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363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47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5855AE-8510-4977-82CB-EAE165F007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7862869-0FEC-458C-80FD-1248A7E006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D733A42-7A41-4338-887A-61F2DD6A1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1C7C7-D11F-460F-99EF-CD74B6BDD227}" type="datetimeFigureOut">
              <a:rPr lang="zh-TW" altLang="en-US" smtClean="0"/>
              <a:t>2024/3/19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708A93C-FFCF-4077-BF50-552D327EC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D5ACF0D-ED01-444F-ADD5-4EB2708ED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5BF1E-22A1-4031-B0C0-E0F8E17F58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3175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0B496B-0DBD-4365-9BBB-79D158A2D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A323747-6B6D-4659-BB82-15D53D3190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2CE098D-CBF0-45AF-AAF7-3C3533444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1C7C7-D11F-460F-99EF-CD74B6BDD227}" type="datetimeFigureOut">
              <a:rPr lang="zh-TW" altLang="en-US" smtClean="0"/>
              <a:t>2024/3/19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98DF662-7EF4-4C57-85DB-4DA1B2BA3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29ABE50-180E-4525-BE18-DFE1C3FBA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5BF1E-22A1-4031-B0C0-E0F8E17F58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8221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34A718-67A3-4D4A-AE6D-DBE605865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9F8D704-90AA-4E68-A199-073024DD9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0E3D426-E02C-4A89-89AD-2602CD190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1C7C7-D11F-460F-99EF-CD74B6BDD227}" type="datetimeFigureOut">
              <a:rPr lang="zh-TW" altLang="en-US" smtClean="0"/>
              <a:t>2024/3/19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F27D404-DABF-4B1D-858E-FDA56C98B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58FE776-43B6-4E5E-A629-2988D7FA7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5BF1E-22A1-4031-B0C0-E0F8E17F58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1619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E35C6F-8A68-4141-A729-60AC2570C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BE534D8-9B58-4787-A75C-BA2B85D11E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4523459-D2B1-48F3-B259-41E28DE4C1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268BA2A-01F9-402D-AB83-0A73F0602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1C7C7-D11F-460F-99EF-CD74B6BDD227}" type="datetimeFigureOut">
              <a:rPr lang="zh-TW" altLang="en-US" smtClean="0"/>
              <a:t>2024/3/19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961535D-1B16-4C47-AFEB-548A36D60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886EB9B-941F-4324-A092-FEFDEE0F8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5BF1E-22A1-4031-B0C0-E0F8E17F58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5665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C0200B-7584-43C6-98EA-674712739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0295BA1-9251-4AC7-A4D3-E2AEA5552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EEDB611-149F-4989-9E1D-4B651D80E6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1E4BA9A-849C-4BB2-9ECA-2D250FB753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0FCC00C-4640-4049-9EE8-DEBBA52866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E1928B6-6AD3-4BB7-87DE-1386D0C28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1C7C7-D11F-460F-99EF-CD74B6BDD227}" type="datetimeFigureOut">
              <a:rPr lang="zh-TW" altLang="en-US" smtClean="0"/>
              <a:t>2024/3/19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ECE439D-64C5-4CD5-B516-AAD981A20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36901A8-F822-4FB9-942C-93B713EBE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5BF1E-22A1-4031-B0C0-E0F8E17F58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4652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E82AAF-C81B-47FA-81A6-5722A780A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2087286-3AC1-4A2F-8C16-C168AC385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1C7C7-D11F-460F-99EF-CD74B6BDD227}" type="datetimeFigureOut">
              <a:rPr lang="zh-TW" altLang="en-US" smtClean="0"/>
              <a:t>2024/3/19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C366975-D645-4D55-A4E5-6FE91DD55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7664AB3-8381-4423-9B53-FE9758637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5BF1E-22A1-4031-B0C0-E0F8E17F58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3952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0710720-B847-43EE-B6F4-FB3F1C56A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1C7C7-D11F-460F-99EF-CD74B6BDD227}" type="datetimeFigureOut">
              <a:rPr lang="zh-TW" altLang="en-US" smtClean="0"/>
              <a:t>2024/3/19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8E3CA493-AE7A-4E4C-B6B1-4F32FD598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627F2C3-CD5A-4C01-8EFC-09DAED3EC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5BF1E-22A1-4031-B0C0-E0F8E17F58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1665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C1E853-86FF-4FCA-B1CA-B654529C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BA1A43C-89C1-4AB4-8ECA-0E0A5F077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3344511-E0D6-40D7-9A27-C2DDD595C5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4271B18-C1CD-4B5D-969E-A7D50ACED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1C7C7-D11F-460F-99EF-CD74B6BDD227}" type="datetimeFigureOut">
              <a:rPr lang="zh-TW" altLang="en-US" smtClean="0"/>
              <a:t>2024/3/19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A8ED46F-6F4D-4414-BA71-7B416FE3B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322B5D2-0FD4-4754-8825-990A8FD80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5BF1E-22A1-4031-B0C0-E0F8E17F58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1642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F705CD-901D-48BB-91DA-E6C8C2DB8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D29900F-E606-4D11-9282-7B0484DCD5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6A16E13-7292-4637-AAB4-C4CF76B2A0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7048DC9-7E6D-4659-B5EE-0C18A8DF8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1C7C7-D11F-460F-99EF-CD74B6BDD227}" type="datetimeFigureOut">
              <a:rPr lang="zh-TW" altLang="en-US" smtClean="0"/>
              <a:t>2024/3/19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D47819B-C52B-4653-8A74-F9757612F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64C135B-2234-46DB-BC04-F40257C0D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5BF1E-22A1-4031-B0C0-E0F8E17F58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9269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C8CD5A-2111-421F-BECD-8E95A47E5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2E5DCC3-0130-486C-9276-AFC12E3432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92FB83C-2062-4BCD-BE9F-B973F7CC7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1C7C7-D11F-460F-99EF-CD74B6BDD227}" type="datetimeFigureOut">
              <a:rPr lang="zh-TW" altLang="en-US" smtClean="0"/>
              <a:t>2024/3/19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A4E3F9-2B48-4291-B5E7-45B31E7AF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79FF087-28B8-482F-9411-14830B5B4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5BF1E-22A1-4031-B0C0-E0F8E17F58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1741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3ACA3C9-428E-4219-A735-F1FE8EA59B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86DDBE3-1E82-4074-8667-4C4F163931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055EAD9-5A79-445B-9A6B-C723ED725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1C7C7-D11F-460F-99EF-CD74B6BDD227}" type="datetimeFigureOut">
              <a:rPr lang="zh-TW" altLang="en-US" smtClean="0"/>
              <a:t>2024/3/19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AFF250B-EFEB-433D-A4EE-22583538D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B9308DA-BF55-4307-96BB-55048073D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5BF1E-22A1-4031-B0C0-E0F8E17F58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754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B6890FE-574F-4B7D-80A2-FB37E2C50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814CED9-4586-4EBC-89A9-38026EEE1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779EE8C-625D-4749-8353-CAB375E1E3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61C7C7-D11F-460F-99EF-CD74B6BDD227}" type="datetimeFigureOut">
              <a:rPr lang="zh-TW" altLang="en-US" smtClean="0"/>
              <a:t>2024/3/19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7A33939-87C8-4857-B022-8BD8049FFC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9D51C02-4453-4E4F-B4EC-B62CB270DC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D5BF1E-22A1-4031-B0C0-E0F8E17F58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7118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群組 20">
            <a:extLst>
              <a:ext uri="{FF2B5EF4-FFF2-40B4-BE49-F238E27FC236}">
                <a16:creationId xmlns:a16="http://schemas.microsoft.com/office/drawing/2014/main" id="{A90E18B6-0CAB-4F80-A1E7-DFBB23734621}"/>
              </a:ext>
            </a:extLst>
          </p:cNvPr>
          <p:cNvGrpSpPr/>
          <p:nvPr/>
        </p:nvGrpSpPr>
        <p:grpSpPr>
          <a:xfrm>
            <a:off x="2455916" y="1179255"/>
            <a:ext cx="1387120" cy="1082134"/>
            <a:chOff x="2380971" y="2887933"/>
            <a:chExt cx="1387120" cy="1082134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3706134E-271D-4A3B-8586-DC775F1573E8}"/>
                </a:ext>
              </a:extLst>
            </p:cNvPr>
            <p:cNvSpPr/>
            <p:nvPr/>
          </p:nvSpPr>
          <p:spPr>
            <a:xfrm>
              <a:off x="2380971" y="2887933"/>
              <a:ext cx="1387120" cy="1082134"/>
            </a:xfrm>
            <a:prstGeom prst="rect">
              <a:avLst/>
            </a:prstGeom>
            <a:solidFill>
              <a:srgbClr val="6363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7F5EBC0-0E87-4527-B348-553574B399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33464" y="2887933"/>
              <a:ext cx="1082134" cy="1082134"/>
            </a:xfrm>
            <a:prstGeom prst="rect">
              <a:avLst/>
            </a:prstGeom>
          </p:spPr>
        </p:pic>
      </p:grp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A26A9814-9639-496B-BD73-6347E0F23165}"/>
              </a:ext>
            </a:extLst>
          </p:cNvPr>
          <p:cNvGrpSpPr/>
          <p:nvPr/>
        </p:nvGrpSpPr>
        <p:grpSpPr>
          <a:xfrm>
            <a:off x="909461" y="1179255"/>
            <a:ext cx="1387120" cy="1082134"/>
            <a:chOff x="756641" y="2887933"/>
            <a:chExt cx="1387120" cy="1082134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F079C42E-1C18-4FB5-9D1E-3DBE9E6DE5AE}"/>
                </a:ext>
              </a:extLst>
            </p:cNvPr>
            <p:cNvSpPr/>
            <p:nvPr/>
          </p:nvSpPr>
          <p:spPr>
            <a:xfrm>
              <a:off x="756641" y="2887933"/>
              <a:ext cx="1387120" cy="1082134"/>
            </a:xfrm>
            <a:prstGeom prst="rect">
              <a:avLst/>
            </a:prstGeom>
            <a:solidFill>
              <a:srgbClr val="6363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B2EFE76C-222E-4D26-B40C-2D9446A14E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943" y="2887933"/>
              <a:ext cx="1074513" cy="1082134"/>
            </a:xfrm>
            <a:prstGeom prst="rect">
              <a:avLst/>
            </a:prstGeom>
          </p:spPr>
        </p:pic>
      </p:grpSp>
      <p:grpSp>
        <p:nvGrpSpPr>
          <p:cNvPr id="53" name="群組 52">
            <a:extLst>
              <a:ext uri="{FF2B5EF4-FFF2-40B4-BE49-F238E27FC236}">
                <a16:creationId xmlns:a16="http://schemas.microsoft.com/office/drawing/2014/main" id="{29E0C43F-2163-429F-B22E-BDF8178F6FC1}"/>
              </a:ext>
            </a:extLst>
          </p:cNvPr>
          <p:cNvGrpSpPr/>
          <p:nvPr/>
        </p:nvGrpSpPr>
        <p:grpSpPr>
          <a:xfrm>
            <a:off x="4124031" y="5137678"/>
            <a:ext cx="1387120" cy="1082134"/>
            <a:chOff x="5519453" y="1871217"/>
            <a:chExt cx="1387120" cy="1082134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912DFA59-E3DD-4C13-97D3-87AAF47E950C}"/>
                </a:ext>
              </a:extLst>
            </p:cNvPr>
            <p:cNvSpPr/>
            <p:nvPr/>
          </p:nvSpPr>
          <p:spPr>
            <a:xfrm>
              <a:off x="5519453" y="1871217"/>
              <a:ext cx="1387120" cy="108213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32" name="圖片 31">
              <a:extLst>
                <a:ext uri="{FF2B5EF4-FFF2-40B4-BE49-F238E27FC236}">
                  <a16:creationId xmlns:a16="http://schemas.microsoft.com/office/drawing/2014/main" id="{63173CA6-B162-48B4-894F-177ABF9784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75798" y="1871952"/>
              <a:ext cx="1077894" cy="1080665"/>
            </a:xfrm>
            <a:prstGeom prst="rect">
              <a:avLst/>
            </a:prstGeom>
          </p:spPr>
        </p:pic>
      </p:grpSp>
      <p:grpSp>
        <p:nvGrpSpPr>
          <p:cNvPr id="52" name="群組 51">
            <a:extLst>
              <a:ext uri="{FF2B5EF4-FFF2-40B4-BE49-F238E27FC236}">
                <a16:creationId xmlns:a16="http://schemas.microsoft.com/office/drawing/2014/main" id="{BD252E03-0EB7-4060-8D23-28234234F0FD}"/>
              </a:ext>
            </a:extLst>
          </p:cNvPr>
          <p:cNvGrpSpPr/>
          <p:nvPr/>
        </p:nvGrpSpPr>
        <p:grpSpPr>
          <a:xfrm>
            <a:off x="5653165" y="5137678"/>
            <a:ext cx="1387120" cy="1082134"/>
            <a:chOff x="5519453" y="3063216"/>
            <a:chExt cx="1387120" cy="1082134"/>
          </a:xfrm>
        </p:grpSpPr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FECE7CD2-9394-498C-87B1-8771BD833A15}"/>
                </a:ext>
              </a:extLst>
            </p:cNvPr>
            <p:cNvSpPr/>
            <p:nvPr/>
          </p:nvSpPr>
          <p:spPr>
            <a:xfrm>
              <a:off x="5519453" y="3063216"/>
              <a:ext cx="1387120" cy="108213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34" name="圖片 33">
              <a:extLst>
                <a:ext uri="{FF2B5EF4-FFF2-40B4-BE49-F238E27FC236}">
                  <a16:creationId xmlns:a16="http://schemas.microsoft.com/office/drawing/2014/main" id="{0D7173F6-D00D-4B27-A989-455F6AF74E7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72681" y="3063951"/>
              <a:ext cx="1080665" cy="1080665"/>
            </a:xfrm>
            <a:prstGeom prst="rect">
              <a:avLst/>
            </a:prstGeom>
          </p:spPr>
        </p:pic>
      </p:grpSp>
      <p:grpSp>
        <p:nvGrpSpPr>
          <p:cNvPr id="51" name="群組 50">
            <a:extLst>
              <a:ext uri="{FF2B5EF4-FFF2-40B4-BE49-F238E27FC236}">
                <a16:creationId xmlns:a16="http://schemas.microsoft.com/office/drawing/2014/main" id="{4BCEACED-5738-4D5B-A275-761F2BBC29C0}"/>
              </a:ext>
            </a:extLst>
          </p:cNvPr>
          <p:cNvGrpSpPr/>
          <p:nvPr/>
        </p:nvGrpSpPr>
        <p:grpSpPr>
          <a:xfrm>
            <a:off x="1065763" y="5137678"/>
            <a:ext cx="1387120" cy="1082134"/>
            <a:chOff x="5519453" y="4138622"/>
            <a:chExt cx="1387120" cy="1082134"/>
          </a:xfrm>
        </p:grpSpPr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B30B29A0-5B95-4A45-964F-25E137C65223}"/>
                </a:ext>
              </a:extLst>
            </p:cNvPr>
            <p:cNvSpPr/>
            <p:nvPr/>
          </p:nvSpPr>
          <p:spPr>
            <a:xfrm>
              <a:off x="5519453" y="4138622"/>
              <a:ext cx="1387120" cy="108213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38" name="圖片 37">
              <a:extLst>
                <a:ext uri="{FF2B5EF4-FFF2-40B4-BE49-F238E27FC236}">
                  <a16:creationId xmlns:a16="http://schemas.microsoft.com/office/drawing/2014/main" id="{01201CF1-3CB6-445F-A586-D1A5DC6DF27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74067" y="4139357"/>
              <a:ext cx="1077894" cy="1080665"/>
            </a:xfrm>
            <a:prstGeom prst="rect">
              <a:avLst/>
            </a:prstGeom>
          </p:spPr>
        </p:pic>
      </p:grp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B527788A-8644-4050-A8B7-F48E80BB307E}"/>
              </a:ext>
            </a:extLst>
          </p:cNvPr>
          <p:cNvGrpSpPr/>
          <p:nvPr/>
        </p:nvGrpSpPr>
        <p:grpSpPr>
          <a:xfrm>
            <a:off x="2594897" y="5137678"/>
            <a:ext cx="1387120" cy="1082134"/>
            <a:chOff x="5519453" y="699882"/>
            <a:chExt cx="1387120" cy="1082134"/>
          </a:xfrm>
        </p:grpSpPr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F72DE978-C507-4C5F-875D-AFE09C694B34}"/>
                </a:ext>
              </a:extLst>
            </p:cNvPr>
            <p:cNvSpPr/>
            <p:nvPr/>
          </p:nvSpPr>
          <p:spPr>
            <a:xfrm>
              <a:off x="5519453" y="699882"/>
              <a:ext cx="1387120" cy="108213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70A828A7-21B3-4E6E-BB6D-957D14914ED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74759" y="700617"/>
              <a:ext cx="1080665" cy="1080665"/>
            </a:xfrm>
            <a:prstGeom prst="rect">
              <a:avLst/>
            </a:prstGeom>
          </p:spPr>
        </p:pic>
      </p:grpSp>
      <p:sp>
        <p:nvSpPr>
          <p:cNvPr id="37" name="矩形 36">
            <a:extLst>
              <a:ext uri="{FF2B5EF4-FFF2-40B4-BE49-F238E27FC236}">
                <a16:creationId xmlns:a16="http://schemas.microsoft.com/office/drawing/2014/main" id="{23BF35AF-82E0-4436-80C5-028CE24CDC2B}"/>
              </a:ext>
            </a:extLst>
          </p:cNvPr>
          <p:cNvSpPr/>
          <p:nvPr/>
        </p:nvSpPr>
        <p:spPr>
          <a:xfrm>
            <a:off x="12298878" y="4393894"/>
            <a:ext cx="1387120" cy="10821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EA61C97-797C-4625-8AFF-EE253C1DF2A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9289" y="377669"/>
            <a:ext cx="1388239" cy="108066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33C12CD-D436-40E6-B46B-FEDD40EB0893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0549"/>
          <a:stretch/>
        </p:blipFill>
        <p:spPr>
          <a:xfrm>
            <a:off x="6607528" y="376935"/>
            <a:ext cx="1510160" cy="1080664"/>
          </a:xfrm>
          <a:prstGeom prst="rect">
            <a:avLst/>
          </a:prstGeom>
        </p:spPr>
      </p:pic>
      <p:grpSp>
        <p:nvGrpSpPr>
          <p:cNvPr id="86" name="群組 85">
            <a:extLst>
              <a:ext uri="{FF2B5EF4-FFF2-40B4-BE49-F238E27FC236}">
                <a16:creationId xmlns:a16="http://schemas.microsoft.com/office/drawing/2014/main" id="{73D327F5-077A-40FF-9809-094035022D77}"/>
              </a:ext>
            </a:extLst>
          </p:cNvPr>
          <p:cNvGrpSpPr/>
          <p:nvPr/>
        </p:nvGrpSpPr>
        <p:grpSpPr>
          <a:xfrm>
            <a:off x="926782" y="2811694"/>
            <a:ext cx="1387120" cy="1082134"/>
            <a:chOff x="926782" y="2811694"/>
            <a:chExt cx="1387120" cy="1082134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DA37BE7A-235C-49D7-8FD7-F38291388D7E}"/>
                </a:ext>
              </a:extLst>
            </p:cNvPr>
            <p:cNvSpPr/>
            <p:nvPr/>
          </p:nvSpPr>
          <p:spPr>
            <a:xfrm>
              <a:off x="926782" y="2811694"/>
              <a:ext cx="1387120" cy="1082134"/>
            </a:xfrm>
            <a:prstGeom prst="rect">
              <a:avLst/>
            </a:prstGeom>
            <a:solidFill>
              <a:srgbClr val="6363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B14752E9-21B0-45E7-8FB3-1D9842F9B8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3086" y="2811694"/>
              <a:ext cx="1074513" cy="1082134"/>
            </a:xfrm>
            <a:prstGeom prst="rect">
              <a:avLst/>
            </a:prstGeom>
          </p:spPr>
        </p:pic>
        <p:sp>
          <p:nvSpPr>
            <p:cNvPr id="56" name="文字方塊 55">
              <a:extLst>
                <a:ext uri="{FF2B5EF4-FFF2-40B4-BE49-F238E27FC236}">
                  <a16:creationId xmlns:a16="http://schemas.microsoft.com/office/drawing/2014/main" id="{A4AE0D51-A43A-4B9F-B3CB-3E564D5FE706}"/>
                </a:ext>
              </a:extLst>
            </p:cNvPr>
            <p:cNvSpPr txBox="1"/>
            <p:nvPr/>
          </p:nvSpPr>
          <p:spPr>
            <a:xfrm>
              <a:off x="1083085" y="3121929"/>
              <a:ext cx="1074514" cy="461665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2400" b="1">
                  <a:solidFill>
                    <a:schemeClr val="bg1"/>
                  </a:solidFill>
                </a:rPr>
                <a:t>M1</a:t>
              </a:r>
            </a:p>
          </p:txBody>
        </p:sp>
      </p:grpSp>
      <p:grpSp>
        <p:nvGrpSpPr>
          <p:cNvPr id="85" name="群組 84">
            <a:extLst>
              <a:ext uri="{FF2B5EF4-FFF2-40B4-BE49-F238E27FC236}">
                <a16:creationId xmlns:a16="http://schemas.microsoft.com/office/drawing/2014/main" id="{69EE7B42-2141-40F5-9FB5-7C65C6E90B4D}"/>
              </a:ext>
            </a:extLst>
          </p:cNvPr>
          <p:cNvGrpSpPr/>
          <p:nvPr/>
        </p:nvGrpSpPr>
        <p:grpSpPr>
          <a:xfrm>
            <a:off x="2455916" y="2811694"/>
            <a:ext cx="1387120" cy="1082134"/>
            <a:chOff x="2455916" y="2811694"/>
            <a:chExt cx="1387120" cy="1082134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A9A52DE2-A53B-4B03-9E6F-1DA1D8D481A0}"/>
                </a:ext>
              </a:extLst>
            </p:cNvPr>
            <p:cNvSpPr/>
            <p:nvPr/>
          </p:nvSpPr>
          <p:spPr>
            <a:xfrm>
              <a:off x="2455916" y="2811694"/>
              <a:ext cx="1387120" cy="1082134"/>
            </a:xfrm>
            <a:prstGeom prst="rect">
              <a:avLst/>
            </a:prstGeom>
            <a:solidFill>
              <a:srgbClr val="6363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B310A14F-A455-431B-BF8D-D444D14141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12220" y="2811694"/>
              <a:ext cx="1074513" cy="1082134"/>
            </a:xfrm>
            <a:prstGeom prst="rect">
              <a:avLst/>
            </a:prstGeom>
          </p:spPr>
        </p:pic>
        <p:sp>
          <p:nvSpPr>
            <p:cNvPr id="59" name="文字方塊 58">
              <a:extLst>
                <a:ext uri="{FF2B5EF4-FFF2-40B4-BE49-F238E27FC236}">
                  <a16:creationId xmlns:a16="http://schemas.microsoft.com/office/drawing/2014/main" id="{338C913B-F434-49CC-92C9-2853562FA55D}"/>
                </a:ext>
              </a:extLst>
            </p:cNvPr>
            <p:cNvSpPr txBox="1"/>
            <p:nvPr/>
          </p:nvSpPr>
          <p:spPr>
            <a:xfrm>
              <a:off x="2612219" y="3121929"/>
              <a:ext cx="1074514" cy="461665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>
              <a:defPPr>
                <a:defRPr lang="zh-TW"/>
              </a:defPPr>
              <a:lvl1pPr algn="ctr">
                <a:defRPr sz="2400" b="1">
                  <a:solidFill>
                    <a:schemeClr val="bg1"/>
                  </a:solidFill>
                </a:defRPr>
              </a:lvl1pPr>
            </a:lstStyle>
            <a:p>
              <a:r>
                <a:rPr lang="en-US" altLang="zh-TW"/>
                <a:t>M2</a:t>
              </a:r>
            </a:p>
          </p:txBody>
        </p:sp>
      </p:grpSp>
      <p:grpSp>
        <p:nvGrpSpPr>
          <p:cNvPr id="84" name="群組 83">
            <a:extLst>
              <a:ext uri="{FF2B5EF4-FFF2-40B4-BE49-F238E27FC236}">
                <a16:creationId xmlns:a16="http://schemas.microsoft.com/office/drawing/2014/main" id="{425B8E29-CDF4-4806-890A-B89E1EFDE04A}"/>
              </a:ext>
            </a:extLst>
          </p:cNvPr>
          <p:cNvGrpSpPr/>
          <p:nvPr/>
        </p:nvGrpSpPr>
        <p:grpSpPr>
          <a:xfrm>
            <a:off x="3985050" y="2811694"/>
            <a:ext cx="1387120" cy="1082134"/>
            <a:chOff x="3985050" y="2811694"/>
            <a:chExt cx="1387120" cy="1082134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E45E0D8A-719F-4F29-80A2-45C6E18CE516}"/>
                </a:ext>
              </a:extLst>
            </p:cNvPr>
            <p:cNvSpPr/>
            <p:nvPr/>
          </p:nvSpPr>
          <p:spPr>
            <a:xfrm>
              <a:off x="3985050" y="2811694"/>
              <a:ext cx="1387120" cy="1082134"/>
            </a:xfrm>
            <a:prstGeom prst="rect">
              <a:avLst/>
            </a:prstGeom>
            <a:solidFill>
              <a:srgbClr val="6363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A9039547-B816-455F-B106-A116646E1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37543" y="2811694"/>
              <a:ext cx="1082134" cy="1082134"/>
            </a:xfrm>
            <a:prstGeom prst="rect">
              <a:avLst/>
            </a:prstGeom>
          </p:spPr>
        </p:pic>
        <p:sp>
          <p:nvSpPr>
            <p:cNvPr id="61" name="文字方塊 60">
              <a:extLst>
                <a:ext uri="{FF2B5EF4-FFF2-40B4-BE49-F238E27FC236}">
                  <a16:creationId xmlns:a16="http://schemas.microsoft.com/office/drawing/2014/main" id="{CB1737E2-9AD0-4300-9407-9A41C61D6512}"/>
                </a:ext>
              </a:extLst>
            </p:cNvPr>
            <p:cNvSpPr txBox="1"/>
            <p:nvPr/>
          </p:nvSpPr>
          <p:spPr>
            <a:xfrm>
              <a:off x="4141353" y="3121929"/>
              <a:ext cx="1074514" cy="461665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>
              <a:defPPr>
                <a:defRPr lang="zh-TW"/>
              </a:defPPr>
              <a:lvl1pPr algn="ctr">
                <a:defRPr sz="2400" b="1">
                  <a:solidFill>
                    <a:schemeClr val="bg1"/>
                  </a:solidFill>
                </a:defRPr>
              </a:lvl1pPr>
            </a:lstStyle>
            <a:p>
              <a:r>
                <a:rPr lang="en-US" altLang="zh-TW"/>
                <a:t>M3</a:t>
              </a:r>
            </a:p>
          </p:txBody>
        </p:sp>
      </p:grpSp>
      <p:grpSp>
        <p:nvGrpSpPr>
          <p:cNvPr id="83" name="群組 82">
            <a:extLst>
              <a:ext uri="{FF2B5EF4-FFF2-40B4-BE49-F238E27FC236}">
                <a16:creationId xmlns:a16="http://schemas.microsoft.com/office/drawing/2014/main" id="{BEDAA71A-7AC1-456E-A09B-67EA9F8AC1E0}"/>
              </a:ext>
            </a:extLst>
          </p:cNvPr>
          <p:cNvGrpSpPr/>
          <p:nvPr/>
        </p:nvGrpSpPr>
        <p:grpSpPr>
          <a:xfrm>
            <a:off x="5514184" y="2811694"/>
            <a:ext cx="1387120" cy="1082134"/>
            <a:chOff x="5514184" y="2811694"/>
            <a:chExt cx="1387120" cy="1082134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DA772906-B823-4D03-B8F8-6E7E22070C36}"/>
                </a:ext>
              </a:extLst>
            </p:cNvPr>
            <p:cNvSpPr/>
            <p:nvPr/>
          </p:nvSpPr>
          <p:spPr>
            <a:xfrm>
              <a:off x="5514184" y="2811694"/>
              <a:ext cx="1387120" cy="1082134"/>
            </a:xfrm>
            <a:prstGeom prst="rect">
              <a:avLst/>
            </a:prstGeom>
            <a:solidFill>
              <a:srgbClr val="6363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17" name="圖片 16">
              <a:extLst>
                <a:ext uri="{FF2B5EF4-FFF2-40B4-BE49-F238E27FC236}">
                  <a16:creationId xmlns:a16="http://schemas.microsoft.com/office/drawing/2014/main" id="{E26E69F8-8DEC-4229-8FFE-4F92289688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66677" y="2811694"/>
              <a:ext cx="1082134" cy="1082134"/>
            </a:xfrm>
            <a:prstGeom prst="rect">
              <a:avLst/>
            </a:prstGeom>
          </p:spPr>
        </p:pic>
        <p:sp>
          <p:nvSpPr>
            <p:cNvPr id="62" name="文字方塊 61">
              <a:extLst>
                <a:ext uri="{FF2B5EF4-FFF2-40B4-BE49-F238E27FC236}">
                  <a16:creationId xmlns:a16="http://schemas.microsoft.com/office/drawing/2014/main" id="{615E9767-AB2A-491E-905E-6A9C956D5593}"/>
                </a:ext>
              </a:extLst>
            </p:cNvPr>
            <p:cNvSpPr txBox="1"/>
            <p:nvPr/>
          </p:nvSpPr>
          <p:spPr>
            <a:xfrm>
              <a:off x="5670487" y="3121929"/>
              <a:ext cx="1074514" cy="461665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>
              <a:defPPr>
                <a:defRPr lang="zh-TW"/>
              </a:defPPr>
              <a:lvl1pPr algn="ctr">
                <a:defRPr sz="2400" b="1">
                  <a:solidFill>
                    <a:schemeClr val="bg1"/>
                  </a:solidFill>
                </a:defRPr>
              </a:lvl1pPr>
            </a:lstStyle>
            <a:p>
              <a:r>
                <a:rPr lang="en-US" altLang="zh-TW"/>
                <a:t>M4</a:t>
              </a:r>
            </a:p>
          </p:txBody>
        </p:sp>
      </p:grpSp>
      <p:grpSp>
        <p:nvGrpSpPr>
          <p:cNvPr id="82" name="群組 81">
            <a:extLst>
              <a:ext uri="{FF2B5EF4-FFF2-40B4-BE49-F238E27FC236}">
                <a16:creationId xmlns:a16="http://schemas.microsoft.com/office/drawing/2014/main" id="{2AB4DD7C-79F6-4476-AAC4-1E76DF8BA651}"/>
              </a:ext>
            </a:extLst>
          </p:cNvPr>
          <p:cNvGrpSpPr/>
          <p:nvPr/>
        </p:nvGrpSpPr>
        <p:grpSpPr>
          <a:xfrm>
            <a:off x="7043319" y="2811694"/>
            <a:ext cx="1387120" cy="1082134"/>
            <a:chOff x="7043319" y="2811694"/>
            <a:chExt cx="1387120" cy="1082134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D8D77758-BC1F-4A8D-926C-DA9A1D221025}"/>
                </a:ext>
              </a:extLst>
            </p:cNvPr>
            <p:cNvSpPr/>
            <p:nvPr/>
          </p:nvSpPr>
          <p:spPr>
            <a:xfrm>
              <a:off x="7043319" y="2811694"/>
              <a:ext cx="1387120" cy="1082134"/>
            </a:xfrm>
            <a:prstGeom prst="rect">
              <a:avLst/>
            </a:prstGeom>
            <a:solidFill>
              <a:srgbClr val="6363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8D9A2C5A-119A-40A4-AC07-D1CD4AAFCB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95812" y="2811694"/>
              <a:ext cx="1082134" cy="1082134"/>
            </a:xfrm>
            <a:prstGeom prst="rect">
              <a:avLst/>
            </a:prstGeom>
          </p:spPr>
        </p:pic>
        <p:sp>
          <p:nvSpPr>
            <p:cNvPr id="63" name="文字方塊 62">
              <a:extLst>
                <a:ext uri="{FF2B5EF4-FFF2-40B4-BE49-F238E27FC236}">
                  <a16:creationId xmlns:a16="http://schemas.microsoft.com/office/drawing/2014/main" id="{AC77896F-758D-48AD-B7C1-55D89286BE32}"/>
                </a:ext>
              </a:extLst>
            </p:cNvPr>
            <p:cNvSpPr txBox="1"/>
            <p:nvPr/>
          </p:nvSpPr>
          <p:spPr>
            <a:xfrm>
              <a:off x="7199622" y="3121929"/>
              <a:ext cx="1074514" cy="461665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>
              <a:defPPr>
                <a:defRPr lang="zh-TW"/>
              </a:defPPr>
              <a:lvl1pPr algn="ctr">
                <a:defRPr sz="2400" b="1">
                  <a:solidFill>
                    <a:schemeClr val="bg1"/>
                  </a:solidFill>
                </a:defRPr>
              </a:lvl1pPr>
            </a:lstStyle>
            <a:p>
              <a:r>
                <a:rPr lang="en-US" altLang="zh-TW"/>
                <a:t>M5</a:t>
              </a:r>
            </a:p>
          </p:txBody>
        </p:sp>
      </p:grpSp>
      <p:grpSp>
        <p:nvGrpSpPr>
          <p:cNvPr id="81" name="群組 80">
            <a:extLst>
              <a:ext uri="{FF2B5EF4-FFF2-40B4-BE49-F238E27FC236}">
                <a16:creationId xmlns:a16="http://schemas.microsoft.com/office/drawing/2014/main" id="{92C51990-5232-4887-B641-3247BE5DA8EB}"/>
              </a:ext>
            </a:extLst>
          </p:cNvPr>
          <p:cNvGrpSpPr/>
          <p:nvPr/>
        </p:nvGrpSpPr>
        <p:grpSpPr>
          <a:xfrm>
            <a:off x="8581561" y="2811694"/>
            <a:ext cx="1387120" cy="1082134"/>
            <a:chOff x="8581561" y="2811694"/>
            <a:chExt cx="1387120" cy="1082134"/>
          </a:xfrm>
        </p:grpSpPr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DD104554-1313-4498-B195-84BE8D0D9E4B}"/>
                </a:ext>
              </a:extLst>
            </p:cNvPr>
            <p:cNvSpPr/>
            <p:nvPr/>
          </p:nvSpPr>
          <p:spPr>
            <a:xfrm>
              <a:off x="8581561" y="2811694"/>
              <a:ext cx="1387120" cy="1082134"/>
            </a:xfrm>
            <a:prstGeom prst="rect">
              <a:avLst/>
            </a:prstGeom>
            <a:solidFill>
              <a:srgbClr val="6363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65" name="圖片 64">
              <a:extLst>
                <a:ext uri="{FF2B5EF4-FFF2-40B4-BE49-F238E27FC236}">
                  <a16:creationId xmlns:a16="http://schemas.microsoft.com/office/drawing/2014/main" id="{06884157-C76B-4AE0-A69D-11D9240CCC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BEBA8EAE-BF5A-486C-A8C5-ECC9F3942E4B}">
                  <a14:imgProps xmlns:a14="http://schemas.microsoft.com/office/drawing/2010/main">
                    <a14:imgLayer r:embed="rId16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34054" y="2811694"/>
              <a:ext cx="1082134" cy="1082134"/>
            </a:xfrm>
            <a:prstGeom prst="rect">
              <a:avLst/>
            </a:prstGeom>
          </p:spPr>
        </p:pic>
        <p:sp>
          <p:nvSpPr>
            <p:cNvPr id="66" name="文字方塊 65">
              <a:extLst>
                <a:ext uri="{FF2B5EF4-FFF2-40B4-BE49-F238E27FC236}">
                  <a16:creationId xmlns:a16="http://schemas.microsoft.com/office/drawing/2014/main" id="{277A2B2B-DD28-4516-BD74-281C2790FFD2}"/>
                </a:ext>
              </a:extLst>
            </p:cNvPr>
            <p:cNvSpPr txBox="1"/>
            <p:nvPr/>
          </p:nvSpPr>
          <p:spPr>
            <a:xfrm>
              <a:off x="8737864" y="3121929"/>
              <a:ext cx="1074514" cy="461665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>
              <a:defPPr>
                <a:defRPr lang="zh-TW"/>
              </a:defPPr>
              <a:lvl1pPr algn="ctr">
                <a:defRPr sz="2400" b="1">
                  <a:solidFill>
                    <a:schemeClr val="bg1"/>
                  </a:solidFill>
                </a:defRPr>
              </a:lvl1pPr>
            </a:lstStyle>
            <a:p>
              <a:r>
                <a:rPr lang="en-US" altLang="zh-TW"/>
                <a:t>MY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61189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圖片 34">
            <a:extLst>
              <a:ext uri="{FF2B5EF4-FFF2-40B4-BE49-F238E27FC236}">
                <a16:creationId xmlns:a16="http://schemas.microsoft.com/office/drawing/2014/main" id="{252E62FD-954D-4D00-AECA-03763D4211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6462" y="3956086"/>
            <a:ext cx="1388239" cy="1080665"/>
          </a:xfrm>
          <a:prstGeom prst="rect">
            <a:avLst/>
          </a:prstGeom>
        </p:spPr>
      </p:pic>
      <p:sp>
        <p:nvSpPr>
          <p:cNvPr id="37" name="矩形 36">
            <a:extLst>
              <a:ext uri="{FF2B5EF4-FFF2-40B4-BE49-F238E27FC236}">
                <a16:creationId xmlns:a16="http://schemas.microsoft.com/office/drawing/2014/main" id="{23BF35AF-82E0-4436-80C5-028CE24CDC2B}"/>
              </a:ext>
            </a:extLst>
          </p:cNvPr>
          <p:cNvSpPr/>
          <p:nvPr/>
        </p:nvSpPr>
        <p:spPr>
          <a:xfrm>
            <a:off x="12298878" y="4393894"/>
            <a:ext cx="1387120" cy="10821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FD07AB60-D5AB-43DC-9831-2698128228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9657" y="2786143"/>
            <a:ext cx="1612685" cy="1285714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F43E1068-9DD2-4682-BA8E-526020CCDB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4410" y="2786143"/>
            <a:ext cx="1551724" cy="1285714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C350E31A-C3BA-40AD-9B4F-37CA4E31DEF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5268"/>
          <a:stretch/>
        </p:blipFill>
        <p:spPr>
          <a:xfrm>
            <a:off x="1585590" y="1500428"/>
            <a:ext cx="1469981" cy="1285714"/>
          </a:xfrm>
          <a:prstGeom prst="rect">
            <a:avLst/>
          </a:prstGeom>
        </p:spPr>
      </p:pic>
      <p:pic>
        <p:nvPicPr>
          <p:cNvPr id="27" name="圖片 26">
            <a:extLst>
              <a:ext uri="{FF2B5EF4-FFF2-40B4-BE49-F238E27FC236}">
                <a16:creationId xmlns:a16="http://schemas.microsoft.com/office/drawing/2014/main" id="{936B8CFC-ED57-41D5-96EA-6EDF280C9BC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3" r="7232" b="15948"/>
          <a:stretch/>
        </p:blipFill>
        <p:spPr>
          <a:xfrm>
            <a:off x="1616983" y="2786142"/>
            <a:ext cx="1388240" cy="1080665"/>
          </a:xfrm>
          <a:prstGeom prst="rect">
            <a:avLst/>
          </a:prstGeom>
        </p:spPr>
      </p:pic>
      <p:pic>
        <p:nvPicPr>
          <p:cNvPr id="29" name="圖片 28">
            <a:extLst>
              <a:ext uri="{FF2B5EF4-FFF2-40B4-BE49-F238E27FC236}">
                <a16:creationId xmlns:a16="http://schemas.microsoft.com/office/drawing/2014/main" id="{CD1634E1-F838-48B2-A83D-E39D7B6DB5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2686" y="2786143"/>
            <a:ext cx="1551724" cy="1285714"/>
          </a:xfrm>
          <a:prstGeom prst="rect">
            <a:avLst/>
          </a:prstGeom>
        </p:spPr>
      </p:pic>
      <p:pic>
        <p:nvPicPr>
          <p:cNvPr id="31" name="圖片 30">
            <a:extLst>
              <a:ext uri="{FF2B5EF4-FFF2-40B4-BE49-F238E27FC236}">
                <a16:creationId xmlns:a16="http://schemas.microsoft.com/office/drawing/2014/main" id="{C8461043-24D1-4F03-BC63-112DE829F9F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0962" y="2786143"/>
            <a:ext cx="1551724" cy="12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498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6</Words>
  <Application>Microsoft Office PowerPoint</Application>
  <PresentationFormat>寬螢幕</PresentationFormat>
  <Paragraphs>6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佈景主題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沈宏羲</dc:creator>
  <cp:lastModifiedBy>沈宏羲</cp:lastModifiedBy>
  <cp:revision>7</cp:revision>
  <dcterms:created xsi:type="dcterms:W3CDTF">2024-03-13T07:48:04Z</dcterms:created>
  <dcterms:modified xsi:type="dcterms:W3CDTF">2024-03-19T04:15:55Z</dcterms:modified>
</cp:coreProperties>
</file>