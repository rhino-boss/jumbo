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91b6c97-f392-cf64-8013-0b72537df30a}">
          <p14:sldIdLst>
            <p14:sldId id="256"/>
          </p14:sldIdLst>
        </p14:section>
        <p14:section name="01 遊戲概述" id="{21907bc5-706e-9ea2-db1f-a9e37d70f9a9}">
          <p14:sldIdLst>
            <p14:sldId id="257"/>
          </p14:sldIdLst>
        </p14:section>
        <p14:section name="02 遊戲規格一覽" id="{67bbef9e-f445-9747-fb7a-976994565972}">
          <p14:sldIdLst>
            <p14:sldId id="258"/>
          </p14:sldIdLst>
        </p14:section>
        <p14:section name="03 符號說明與賠付" id="{57fa671c-e766-4924-3de9-d34602d9acb6}">
          <p14:sldIdLst>
            <p14:sldId id="259"/>
            <p14:sldId id="260"/>
          </p14:sldIdLst>
        </p14:section>
        <p14:section name="04 核心玩法" id="{0c99e144-4fb6-44da-ba86-38cf4be26509}">
          <p14:sldIdLst>
            <p14:sldId id="261"/>
            <p14:sldId id="262"/>
            <p14:sldId id="263"/>
            <p14:sldId id="264"/>
          </p14:sldIdLst>
        </p14:section>
        <p14:section name="05 免費遊戲" id="{b06050f9-cffb-78ba-49dc-56d2c63269d0}">
          <p14:sldIdLst>
            <p14:sldId id="265"/>
          </p14:sldIdLst>
        </p14:section>
        <p14:section name="06 遊戲流程圖" id="{77b140ac-2a8e-d9a4-e638-dd53022e6674}">
          <p14:sldIdLst>
            <p14:sldId id="266"/>
          </p14:sldIdLst>
        </p14:section>
        <p14:section name="07 特殊押注" id="{739228e4-f322-8c0d-faee-ba4e9b8a3ce0}">
          <p14:sldIdLst>
            <p14:sldId id="267"/>
            <p14:sldId id="268"/>
          </p14:sldIdLst>
        </p14:section>
        <p14:section name="08 與競品差異對照" id="{048e3259-eb19-c51d-52d5-23bf06fe0824}">
          <p14:sldIdLst>
            <p14:sldId id="269"/>
          </p14:sldIdLst>
        </p14:section>
        <p14:section name="Q&amp;A" id="{49a4c79c-15c1-24d5-7314-3b240c4961c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9415" cy="5020056"/>
          </a:xfrm>
          <a:prstGeom prst="roundRect">
            <a:avLst>
              <a:gd name="adj" fmla="val 169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01399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3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畫面：一般押注七段連消後的倍數分布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10~15 *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3~5 Scatter → 10~15 局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1000，賠率採 Sugar Rush）；*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賠率採 Sugar Rush（各檔連線數 -1），完整 4~14+ 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90150" cy="4974336"/>
          </a:xfrm>
          <a:prstGeom prst="roundRect">
            <a:avLst>
              <a:gd name="adj" fmla="val 170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62134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93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亮起＝本段消除：Q×4、K×4 計分＋連帶 2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45" y="2194560"/>
            <a:ext cx="2159598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Q×4＋K×4 = +0.45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05" y="2194560"/>
            <a:ext cx="2159598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8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8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3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865" y="2194560"/>
            <a:ext cx="2159598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3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M4×4 = +6.00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 K、下方 Q 連帶消除，只以 Q×4、K×4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 與 Q×4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7110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Q×4、K×4 計分＋連帶 2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7110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Q×5＋Q×4 兩組計分 ×4 = +1.80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局 *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72353" cy="4837176"/>
          </a:xfrm>
          <a:prstGeom prst="roundRect">
            <a:avLst>
              <a:gd name="adj" fmla="val 175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44337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5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Scatter，原 6／7 顆檔位不會出現，觸發表待確認。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564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×250、×20、×20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564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A×5＋M2×5 × 290 = +406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6761" cy="4562856"/>
          </a:xfrm>
          <a:prstGeom prst="roundRect">
            <a:avLst>
              <a:gd name="adj" fmla="val 185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8745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402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49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數值相同，各檔連線數 -1（4～14+）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的 Scatter 觸發表（6／7 顆檔位不會出現）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2026-10-16T09:11:55Z</dcterms:created>
  <dcterms:modified xsi:type="dcterms:W3CDTF">2026-10-16T09:11:55Z</dcterms:modified>
</cp:coreProperties>
</file>