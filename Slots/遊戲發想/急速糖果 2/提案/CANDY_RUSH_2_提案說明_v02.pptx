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ddec686-b46f-3557-9eec-e443aae92edb}">
          <p14:sldIdLst>
            <p14:sldId id="256"/>
          </p14:sldIdLst>
        </p14:section>
        <p14:section name="01 遊戲概述" id="{b32cc2d3-9e75-669b-b909-9ca2f6eb4abd}">
          <p14:sldIdLst>
            <p14:sldId id="257"/>
          </p14:sldIdLst>
        </p14:section>
        <p14:section name="02 遊戲規格一覽" id="{02513e74-fdd5-daa9-38b5-62fe97857895}">
          <p14:sldIdLst>
            <p14:sldId id="258"/>
          </p14:sldIdLst>
        </p14:section>
        <p14:section name="03 符號說明與賠付" id="{a900ae67-09e1-4a6f-ed3c-9deba5ce7950}">
          <p14:sldIdLst>
            <p14:sldId id="259"/>
            <p14:sldId id="260"/>
          </p14:sldIdLst>
        </p14:section>
        <p14:section name="04 核心玩法" id="{de580427-c554-4688-def4-5f27ce1b5d5b}">
          <p14:sldIdLst>
            <p14:sldId id="261"/>
            <p14:sldId id="262"/>
            <p14:sldId id="263"/>
            <p14:sldId id="264"/>
          </p14:sldIdLst>
        </p14:section>
        <p14:section name="05 免費遊戲與購買特色" id="{0bd40bae-cdfa-9183-e4ab-e18952294f47}">
          <p14:sldIdLst>
            <p14:sldId id="265"/>
          </p14:sldIdLst>
        </p14:section>
        <p14:section name="06 遊戲流程圖" id="{83d3250b-2990-1b5b-90d9-b92a688dd2fd}">
          <p14:sldIdLst>
            <p14:sldId id="266"/>
            <p14:sldId id="267"/>
          </p14:sldIdLst>
        </p14:section>
        <p14:section name="07 與競品差異對照" id="{56313475-00d4-dcff-0508-007ad34a1255}">
          <p14:sldIdLst>
            <p14:sldId id="268"/>
          </p14:sldIdLst>
        </p14:section>
        <p14:section name="Q&amp;A" id="{68a8cc2b-bec4-46d4-798c-2009691c6e9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中高波動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讓連消更深，Extra Bet 開場直接送倍數底板。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×1000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底板上限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19823" cy="5020056"/>
          </a:xfrm>
          <a:prstGeom prst="roundRect">
            <a:avLst>
              <a:gd name="adj" fmla="val 169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91807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233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畫面：一般押注四段連消後的倍數分布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× 7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相連成立 · Cluster Pay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×1000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底板最高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100×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*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49624"/>
                <a:gridCol w="1600200"/>
                <a:gridCol w="3849624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Cluster Pay（上下左右相連 5+）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倍數系統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位置倍數每消 +1 · 全盤加總計分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全盤同符號一併消除（不計分）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3~7 Scatter → 10~30 局 · 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10× · 開場 1~3 底板 ×20~×1000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購買特色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Buy Feature 100× * · 直接 10 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 / 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6002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71907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719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7282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103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10" name="LightCard"/>
          <p:cNvSpPr/>
          <p:nvPr/>
        </p:nvSpPr>
        <p:spPr>
          <a:xfrm>
            <a:off x="640080" y="271576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8346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82650" y="3310128"/>
            <a:ext cx="453542" cy="219456"/>
          </a:xfrm>
          <a:prstGeom prst="roundRect">
            <a:avLst>
              <a:gd name="adj" fmla="val 20833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2650" y="3310128"/>
            <a:ext cx="4535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28437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每格以群集成員消除一次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，黏在格位、只增不減</a:t>
            </a:r>
            <a:endParaRPr lang="en-US" sz="1250" dirty="0"/>
          </a:p>
        </p:txBody>
      </p:sp>
      <p:sp>
        <p:nvSpPr>
          <p:cNvPr id="17" name="LightCard"/>
          <p:cNvSpPr/>
          <p:nvPr/>
        </p:nvSpPr>
        <p:spPr>
          <a:xfrm>
            <a:off x="640080" y="383133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950208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950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82650" y="4425696"/>
            <a:ext cx="453542" cy="219456"/>
          </a:xfrm>
          <a:prstGeom prst="roundRect">
            <a:avLst>
              <a:gd name="adj" fmla="val 20833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2650" y="4425696"/>
            <a:ext cx="4535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3959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倍數底板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3342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開場隨機 1~3 格出現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×20~×1000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786384"/>
                <a:gridCol w="786384"/>
                <a:gridCol w="786384"/>
                <a:gridCol w="786384"/>
                <a:gridCol w="786384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完整 5~15+ 賠率見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+ 3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2804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9FE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連帶消除光效</a:t>
            </a:r>
            <a:endParaRPr lang="en-US" sz="1150" dirty="0"/>
          </a:p>
        </p:txBody>
      </p:sp>
      <p:sp>
        <p:nvSpPr>
          <p:cNvPr id="5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5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146691" cy="4974336"/>
          </a:xfrm>
          <a:prstGeom prst="roundRect">
            <a:avLst>
              <a:gd name="adj" fmla="val 17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018675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750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金光＝計分群集　藍光＝連帶消除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MULTIPLIER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563" y="2194560"/>
            <a:ext cx="2085162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= +0.25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70" y="2194560"/>
            <a:ext cx="2154667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消掉的格子倍數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4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083" y="2194560"/>
            <a:ext cx="2085162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4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×15 → K×6 = +4.50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SAME-SYMBOL CLEAR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7 顆 K 連帶消除，只以 K×5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與 Q×5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729666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計分（金）＋ 連帶 7 格（藍）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729666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＋ Q×5 兩組同時計分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四、特殊玩法：Extra Bet 倍數底板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80549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開場底板 ×20、×20、×250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80549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M4×6 × 290 = +145</a:t>
            </a:r>
            <a:endParaRPr lang="en-US" sz="1150" dirty="0"/>
          </a:p>
        </p:txBody>
      </p:sp>
      <p:graphicFrame>
        <p:nvGraphicFramePr>
          <p:cNvPr id="10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/ 2 / 3 個，各 1/3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21）；* 為待確認數值，底板權重待數學定價。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五、免費遊戲與購買特色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期間位置倍數整場保留、跨局持續累加，全盤倍數和越滾越大，是大獎的主要來源。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/ 6 / 7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/ 20 / 30 局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840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10×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394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1~3 個倍數底板（BG）</a:t>
            </a:r>
            <a:endParaRPr lang="en-US" sz="1250" dirty="0"/>
          </a:p>
        </p:txBody>
      </p:sp>
      <p:sp>
        <p:nvSpPr>
          <p:cNvPr id="20" name="LightCard"/>
          <p:cNvSpPr/>
          <p:nvPr/>
        </p:nvSpPr>
        <p:spPr>
          <a:xfrm>
            <a:off x="4023360" y="45720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51960" y="47000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51960" y="50840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100× *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5394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直接進入 10 局免費遊戲</a:t>
            </a:r>
            <a:endParaRPr lang="en-US" sz="1250" dirty="0"/>
          </a:p>
        </p:txBody>
      </p:sp>
      <p:sp>
        <p:nvSpPr>
          <p:cNvPr id="24" name="ShotFrame"/>
          <p:cNvSpPr/>
          <p:nvPr/>
        </p:nvSpPr>
        <p:spPr>
          <a:xfrm>
            <a:off x="7571232" y="1399032"/>
            <a:ext cx="4163120" cy="4837176"/>
          </a:xfrm>
          <a:prstGeom prst="roundRect">
            <a:avLst>
              <a:gd name="adj" fmla="val 175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35104" cy="47091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269480" y="6281928"/>
            <a:ext cx="476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34</a:t>
            </a:r>
            <a:endParaRPr lang="en-US" sz="1150" dirty="0"/>
          </a:p>
        </p:txBody>
      </p:sp>
      <p:sp>
        <p:nvSpPr>
          <p:cNvPr id="27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48132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03320" y="14813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選擇押注（Normal / Extra Bet）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03620" y="193852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03320" y="207568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075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Spin：生成 7×7 盤面（Extra Bet 放 1~3 底板）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03620" y="253288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03320" y="267004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26700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群集判定：相連 5+？（無 → ⑧）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03620" y="312724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03320" y="326440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3264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計分：賠率 × Bet × 全盤倍數和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03620" y="372160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03320" y="385876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03320" y="38587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消除：群集格＋全盤同符號連帶消除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03620" y="431596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03320" y="445312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03320" y="44531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群集格倍數 +1 → 掉落補牌 → 回到 ③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03620" y="491032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03320" y="504748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03320" y="50474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Scatter ≥ 3？→ 免費遊戲（倍數整場保留）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03620" y="550468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03320" y="564184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03320" y="56418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⑧ 本局結算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03920" y="4681728"/>
            <a:ext cx="256032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59952" y="2898648"/>
            <a:ext cx="0" cy="178308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2898648"/>
            <a:ext cx="256032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31" name="Text 29"/>
          <p:cNvSpPr txBox="1"/>
          <p:nvPr/>
        </p:nvSpPr>
        <p:spPr>
          <a:xfrm>
            <a:off x="8833104" y="36438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群集消除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5+ 同符號中獎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全盤加總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每段得分 × 全盤倍數和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800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全盤同符號一起消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64692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64692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≥ 3 → 10~30 局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64692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倍數累積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6469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整場保留不重置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646920" y="4800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本局結算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964692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待數學訂定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六、Demogame 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76960" y="1399032"/>
            <a:ext cx="9637776" cy="4578287"/>
          </a:xfrm>
          <a:prstGeom prst="roundRect">
            <a:avLst>
              <a:gd name="adj" fmla="val 119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moFull" descr="C:\Users\rhinshen\AppData\Local\Temp\claude\C--Users-rhinshen-Mine----------\01b2ad50-d879-4095-9426-5c3ba6ea1a55\scratchpad\deck\shots\full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463040"/>
            <a:ext cx="9509760" cy="4450271"/>
          </a:xfrm>
          <a:prstGeom prst="rect">
            <a:avLst/>
          </a:prstGeom>
        </p:spPr>
      </p:pic>
      <p:sp>
        <p:nvSpPr>
          <p:cNvPr id="7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demo：Slots/其他/遊戲發想/急速糖果 2/index.html · 雙擊即可離線遊玩 · Debug 模式可逐幀回看並以 RNG Seed 重現任一局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graphicFrame>
        <p:nvGraphicFramePr>
          <p:cNvPr id="14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49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 1~3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待確認（給數學 / PM / 美術）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底板權重（費用已定 10×，目前底板價值仍高於費用）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最大贏分與目標 RTP（demo 權重尚未調校）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2026-10-02T07:46:56Z</dcterms:created>
  <dcterms:modified xsi:type="dcterms:W3CDTF">2026-10-02T07:46:56Z</dcterms:modified>
</cp:coreProperties>
</file>