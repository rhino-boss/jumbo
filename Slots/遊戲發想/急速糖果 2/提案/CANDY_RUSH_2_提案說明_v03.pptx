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7d536305-f127-ba2d-e8bb-13b1ab635443}">
          <p14:sldIdLst>
            <p14:sldId id="256"/>
          </p14:sldIdLst>
        </p14:section>
        <p14:section name="01 遊戲概述" id="{27e3c17c-9640-27b7-afa8-d392c4fe1b21}">
          <p14:sldIdLst>
            <p14:sldId id="257"/>
          </p14:sldIdLst>
        </p14:section>
        <p14:section name="02 遊戲規格一覽" id="{55dea716-838c-e263-3593-d6ac39e8420a}">
          <p14:sldIdLst>
            <p14:sldId id="258"/>
          </p14:sldIdLst>
        </p14:section>
        <p14:section name="03 符號說明與賠付" id="{23f1eb8c-2bcc-b90d-2f81-c597d4a8ffe0}">
          <p14:sldIdLst>
            <p14:sldId id="259"/>
            <p14:sldId id="260"/>
          </p14:sldIdLst>
        </p14:section>
        <p14:section name="04 核心玩法" id="{3e599026-4a9e-dfb1-1026-e0141ea2943a}">
          <p14:sldIdLst>
            <p14:sldId id="261"/>
            <p14:sldId id="262"/>
            <p14:sldId id="263"/>
          </p14:sldIdLst>
        </p14:section>
        <p14:section name="05 免費遊戲" id="{8fb5d672-3a3b-2a17-3de2-44969b0c3b26}">
          <p14:sldIdLst>
            <p14:sldId id="264"/>
          </p14:sldIdLst>
        </p14:section>
        <p14:section name="06 遊戲流程圖" id="{5c9385bb-e6c0-7696-f4fc-53c0c4335054}">
          <p14:sldIdLst>
            <p14:sldId id="265"/>
          </p14:sldIdLst>
        </p14:section>
        <p14:section name="07 特殊押注" id="{d196d254-51c9-448a-647c-1c9c99bd8328}">
          <p14:sldIdLst>
            <p14:sldId id="266"/>
            <p14:sldId id="267"/>
          </p14:sldIdLst>
        </p14:section>
        <p14:section name="08 與競品差異對照" id="{22dc9513-e02d-2bab-7179-449ec4958d72}">
          <p14:sldIdLst>
            <p14:sldId id="268"/>
          </p14:sldIdLst>
        </p14:section>
        <p14:section name="Q&amp;A" id="{03916c7b-49a8-11cc-b3f9-12a72ef2227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19823" cy="5020056"/>
          </a:xfrm>
          <a:prstGeom prst="roundRect">
            <a:avLst>
              <a:gd name="adj" fmla="val 169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1807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3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畫面：一般押注四段連消後的倍數分布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10~30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× 7（49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5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3~7 Scatter → 10~30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786384"/>
                <a:gridCol w="786384"/>
                <a:gridCol w="786384"/>
                <a:gridCol w="786384"/>
                <a:gridCol w="786384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賠率暫沿用 H022，完整 5~15+ 賠率見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5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146691" cy="4974336"/>
          </a:xfrm>
          <a:prstGeom prst="roundRect">
            <a:avLst>
              <a:gd name="adj" fmla="val 17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18675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75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金光＝計分群集　藍光＝連帶消除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63" y="2194560"/>
            <a:ext cx="208516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= +0.25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0" y="2194560"/>
            <a:ext cx="2154667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消掉的格子倍數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4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83" y="2194560"/>
            <a:ext cx="208516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4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K×6 = +4.50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7 顆 K 連帶消除，只以 K×5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與 Q×5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729666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計分（金）＋ 連帶 7 格（藍）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729666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＋ Q×5 兩組同時計分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/ 6 / 7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/ 20 / 30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63120" cy="483717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5104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6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5+？沒有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80549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×20、×20、×250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80549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M4×6 × 290 = +145</a:t>
            </a:r>
            <a:endParaRPr lang="en-US" sz="1150" dirty="0"/>
          </a:p>
        </p:txBody>
      </p:sp>
      <p:graphicFrame>
        <p:nvGraphicFramePr>
          <p:cNvPr id="12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3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23717" cy="4562856"/>
          </a:xfrm>
          <a:prstGeom prst="roundRect">
            <a:avLst>
              <a:gd name="adj" fmla="val 18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795701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27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16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4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49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2026-10-08T08:03:58Z</dcterms:created>
  <dcterms:modified xsi:type="dcterms:W3CDTF">2026-10-08T08:03:58Z</dcterms:modified>
</cp:coreProperties>
</file>