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f458def-c88c-99fb-7064-4d431ac0dc39}">
          <p14:sldIdLst>
            <p14:sldId id="256"/>
          </p14:sldIdLst>
        </p14:section>
        <p14:section name="01 遊戲概述" id="{41c524a5-97fa-48b7-2eb8-e8237fe1873b}">
          <p14:sldIdLst>
            <p14:sldId id="257"/>
          </p14:sldIdLst>
        </p14:section>
        <p14:section name="02 遊戲規格一覽" id="{9a1ea0f5-8398-c1b6-2ee0-28beb9e52d5f}">
          <p14:sldIdLst>
            <p14:sldId id="258"/>
          </p14:sldIdLst>
        </p14:section>
        <p14:section name="03 符號說明與賠付" id="{ee9842eb-1900-1dcc-93a2-f74e7f3d39f0}">
          <p14:sldIdLst>
            <p14:sldId id="259"/>
            <p14:sldId id="260"/>
          </p14:sldIdLst>
        </p14:section>
        <p14:section name="04 核心玩法" id="{095401a1-ebde-05d4-f6b2-a1cbe894b022}">
          <p14:sldIdLst>
            <p14:sldId id="261"/>
            <p14:sldId id="262"/>
            <p14:sldId id="263"/>
            <p14:sldId id="264"/>
          </p14:sldIdLst>
        </p14:section>
        <p14:section name="05 免費遊戲" id="{0e7642e5-4991-b63b-b984-623135192930}">
          <p14:sldIdLst>
            <p14:sldId id="265"/>
          </p14:sldIdLst>
        </p14:section>
        <p14:section name="06 遊戲流程圖" id="{65b11c28-8733-b903-446c-89857672e12e}">
          <p14:sldIdLst>
            <p14:sldId id="266"/>
          </p14:sldIdLst>
        </p14:section>
        <p14:section name="07 特殊押注" id="{112e3218-0ed6-f9c7-3eac-da9e9905899f}">
          <p14:sldIdLst>
            <p14:sldId id="267"/>
            <p14:sldId id="268"/>
          </p14:sldIdLst>
        </p14:section>
        <p14:section name="08 與競品差異對照" id="{78932023-7d28-20cb-9afa-729211067281}">
          <p14:sldIdLst>
            <p14:sldId id="269"/>
          </p14:sldIdLst>
        </p14:section>
        <p14:section name="Q&amp;A" id="{85b17e0e-1a75-b0c7-0713-bf0954b1415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10~30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× 7（49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5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賠率暫沿用 H022，完整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399032"/>
            <a:ext cx="4162611" cy="474573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63040"/>
            <a:ext cx="4034595" cy="4617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1,273），千分位加逗號；每段得分都乘這個數。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實機截圖，倍數徽章與全盤倍數和為疊加示意（x250、x1000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23717" cy="4562856"/>
          </a:xfrm>
          <a:prstGeom prst="roundRect">
            <a:avLst>
              <a:gd name="adj" fmla="val 18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795701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27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16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2026-10-13T06:23:15Z</dcterms:created>
  <dcterms:modified xsi:type="dcterms:W3CDTF">2026-10-13T06:23:15Z</dcterms:modified>
</cp:coreProperties>
</file>